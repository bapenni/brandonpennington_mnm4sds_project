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65" r:id="rId3"/>
    <p:sldId id="257" r:id="rId4"/>
    <p:sldId id="258" r:id="rId5"/>
    <p:sldId id="264" r:id="rId6"/>
    <p:sldId id="263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83" d="100"/>
          <a:sy n="83" d="100"/>
        </p:scale>
        <p:origin x="9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30C0A-5464-4FE4-84EB-FF9C94016DF4}" type="datetimeFigureOut">
              <a:rPr lang="en-US" dirty="0"/>
              <a:t>11/4/2020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11/4/2020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C6404-AD6E-4860-8E75-697CA40B95DA}" type="datetimeFigureOut">
              <a:rPr lang="en-US" dirty="0"/>
              <a:t>11/4/2020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11/4/2020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11/4/2020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11/4/2020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11/4/2020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11/4/2020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11/4/2020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11/4/2020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11/4/2020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11/4/2020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5EDBD-C074-454D-BA70-29B39EE803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Project update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27262A-2342-49E4-A76E-217BB56197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Brandon Pennington</a:t>
            </a:r>
          </a:p>
          <a:p>
            <a:r>
              <a:rPr lang="en-US" dirty="0"/>
              <a:t>GEOG498G - Fall 2020</a:t>
            </a:r>
          </a:p>
        </p:txBody>
      </p:sp>
    </p:spTree>
    <p:extLst>
      <p:ext uri="{BB962C8B-B14F-4D97-AF65-F5344CB8AC3E}">
        <p14:creationId xmlns:p14="http://schemas.microsoft.com/office/powerpoint/2010/main" val="1907633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E0512-2C19-4158-98A7-0C4B5BA27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20745-FA5A-49FD-97F1-CD0846655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 exploratory geospatial analysis of the DC area on the distribution of crime</a:t>
            </a:r>
          </a:p>
          <a:p>
            <a:r>
              <a:rPr lang="en-US" dirty="0"/>
              <a:t>Discover how various points of interest that affect the immediate areas likelihood of crime occurrences for better or for worse, and measure how severe it modifies it.</a:t>
            </a:r>
          </a:p>
          <a:p>
            <a:r>
              <a:rPr lang="en-US" dirty="0"/>
              <a:t>Analysis to be done utilizing Local Moran’s I, GWR/MGWR, possibly others</a:t>
            </a:r>
          </a:p>
          <a:p>
            <a:r>
              <a:rPr lang="en-US" dirty="0"/>
              <a:t>Visualize the results in a meaningful and preferably browser-based way</a:t>
            </a:r>
          </a:p>
        </p:txBody>
      </p:sp>
    </p:spTree>
    <p:extLst>
      <p:ext uri="{BB962C8B-B14F-4D97-AF65-F5344CB8AC3E}">
        <p14:creationId xmlns:p14="http://schemas.microsoft.com/office/powerpoint/2010/main" val="1740853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136F1-0FF5-4677-9FCF-1AE9F1AD2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cleaning, gathering,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2597D-B6A2-4D78-9471-084BB79E6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929011"/>
          </a:xfrm>
        </p:spPr>
        <p:txBody>
          <a:bodyPr/>
          <a:lstStyle/>
          <a:p>
            <a:r>
              <a:rPr lang="en-US" dirty="0"/>
              <a:t>Finalized datasets from opendcdata.gov</a:t>
            </a:r>
          </a:p>
          <a:p>
            <a:pPr lvl="1"/>
            <a:r>
              <a:rPr lang="en-US" dirty="0"/>
              <a:t>Crime data (just taking 2020 data for now for ease of computation)</a:t>
            </a:r>
          </a:p>
          <a:p>
            <a:pPr lvl="1"/>
            <a:r>
              <a:rPr lang="en-US" dirty="0"/>
              <a:t>ATMs</a:t>
            </a:r>
          </a:p>
          <a:p>
            <a:pPr lvl="1"/>
            <a:r>
              <a:rPr lang="en-US" dirty="0"/>
              <a:t>Police Stations and Sectors</a:t>
            </a:r>
          </a:p>
          <a:p>
            <a:pPr lvl="1"/>
            <a:r>
              <a:rPr lang="en-US" dirty="0"/>
              <a:t>Metro System (entrances)</a:t>
            </a:r>
          </a:p>
          <a:p>
            <a:pPr lvl="1"/>
            <a:r>
              <a:rPr lang="en-US" dirty="0"/>
              <a:t>Establishments that have a liquor license</a:t>
            </a:r>
          </a:p>
          <a:p>
            <a:r>
              <a:rPr lang="en-US" dirty="0"/>
              <a:t>Probably abandoning </a:t>
            </a:r>
            <a:r>
              <a:rPr lang="en-US" dirty="0" err="1"/>
              <a:t>cenpy</a:t>
            </a:r>
            <a:r>
              <a:rPr lang="en-US" dirty="0"/>
              <a:t> in favor of pulling ACS data from dcopendata.gov. </a:t>
            </a:r>
          </a:p>
          <a:p>
            <a:r>
              <a:rPr lang="en-US" dirty="0"/>
              <a:t>Finalize decision on what spatial metric to use (census blocks, police districts)</a:t>
            </a:r>
          </a:p>
        </p:txBody>
      </p:sp>
    </p:spTree>
    <p:extLst>
      <p:ext uri="{BB962C8B-B14F-4D97-AF65-F5344CB8AC3E}">
        <p14:creationId xmlns:p14="http://schemas.microsoft.com/office/powerpoint/2010/main" val="2998138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AFB5147-CDFA-46AD-8BC4-84219B175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dirty="0">
                <a:solidFill>
                  <a:srgbClr val="262626"/>
                </a:solidFill>
              </a:rPr>
              <a:t>Original Matplotlib data plot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EBAAEF-3E73-4D85-9A3C-E40FEAFAE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0"/>
            <a:ext cx="7537703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CC81885-23A5-463C-9B50-67450580D0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08638" y="640080"/>
            <a:ext cx="5629020" cy="5263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403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ap&#10;&#10;Description automatically generated">
            <a:extLst>
              <a:ext uri="{FF2B5EF4-FFF2-40B4-BE49-F238E27FC236}">
                <a16:creationId xmlns:a16="http://schemas.microsoft.com/office/drawing/2014/main" id="{EE08B07E-F1F6-4D94-9592-CCBAEE8BD2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1" b="12598"/>
          <a:stretch/>
        </p:blipFill>
        <p:spPr>
          <a:xfrm>
            <a:off x="804334" y="804334"/>
            <a:ext cx="10583332" cy="524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055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136F1-0FF5-4677-9FCF-1AE9F1AD2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2597D-B6A2-4D78-9471-084BB79E6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386741"/>
          </a:xfrm>
        </p:spPr>
        <p:txBody>
          <a:bodyPr/>
          <a:lstStyle/>
          <a:p>
            <a:r>
              <a:rPr lang="en-US" dirty="0"/>
              <a:t>Multiple restarts. Not making much headway on the actual </a:t>
            </a:r>
            <a:r>
              <a:rPr lang="en-US" dirty="0" err="1"/>
              <a:t>geostatistics</a:t>
            </a:r>
            <a:endParaRPr lang="en-US" dirty="0"/>
          </a:p>
          <a:p>
            <a:r>
              <a:rPr lang="en-US" dirty="0"/>
              <a:t>Technology problems – built new computer, data migration complications were had. Development being done entirely in Docker for the time being</a:t>
            </a:r>
          </a:p>
          <a:p>
            <a:r>
              <a:rPr lang="en-US" dirty="0"/>
              <a:t>Pulling relevant census data is still a pretty big challenge for me so far. </a:t>
            </a:r>
          </a:p>
          <a:p>
            <a:r>
              <a:rPr lang="en-US" dirty="0"/>
              <a:t>Original scope might be a bit much for me to accomplish </a:t>
            </a:r>
          </a:p>
        </p:txBody>
      </p:sp>
    </p:spTree>
    <p:extLst>
      <p:ext uri="{BB962C8B-B14F-4D97-AF65-F5344CB8AC3E}">
        <p14:creationId xmlns:p14="http://schemas.microsoft.com/office/powerpoint/2010/main" val="2934985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DD9CE-E5FC-42CB-921C-306B0D283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Moving Forward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D723A-B28A-48F4-A4A6-71BC0B455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Pull relevant </a:t>
            </a:r>
            <a:r>
              <a:rPr lang="en-US" dirty="0" err="1"/>
              <a:t>Cenpy</a:t>
            </a:r>
            <a:r>
              <a:rPr lang="en-US" dirty="0"/>
              <a:t> data</a:t>
            </a:r>
          </a:p>
          <a:p>
            <a:r>
              <a:rPr lang="en-US" dirty="0"/>
              <a:t>Normalize crime density for the population</a:t>
            </a:r>
          </a:p>
          <a:p>
            <a:r>
              <a:rPr lang="en-US" dirty="0"/>
              <a:t>Get working MGWR model up and running – correlate to POI’s</a:t>
            </a:r>
          </a:p>
          <a:p>
            <a:r>
              <a:rPr lang="en-US" dirty="0"/>
              <a:t>Refine the Folium map (toggleable layers by year, clickable markers, layers for future analysis, etc.)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521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3435F-732E-4519-9C96-5C9A569E0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34640"/>
            <a:ext cx="7729728" cy="1188720"/>
          </a:xfrm>
        </p:spPr>
        <p:txBody>
          <a:bodyPr/>
          <a:lstStyle/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64061516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71C241A9-A460-4AD1-916F-25308628A5B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259</Words>
  <Application>Microsoft Office PowerPoint</Application>
  <PresentationFormat>Widescreen</PresentationFormat>
  <Paragraphs>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Gill Sans MT</vt:lpstr>
      <vt:lpstr>Parcel</vt:lpstr>
      <vt:lpstr>Project update 1</vt:lpstr>
      <vt:lpstr>objectives</vt:lpstr>
      <vt:lpstr>Data cleaning, gathering, progress</vt:lpstr>
      <vt:lpstr>Original Matplotlib data plot</vt:lpstr>
      <vt:lpstr>PowerPoint Presentation</vt:lpstr>
      <vt:lpstr>Current Challenges</vt:lpstr>
      <vt:lpstr>Moving Forward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update 1</dc:title>
  <dc:creator>Brandon Anthony Pennington</dc:creator>
  <cp:lastModifiedBy>Brandon Anthony Pennington</cp:lastModifiedBy>
  <cp:revision>18</cp:revision>
  <dcterms:created xsi:type="dcterms:W3CDTF">2020-11-02T18:11:39Z</dcterms:created>
  <dcterms:modified xsi:type="dcterms:W3CDTF">2020-11-04T19:00:48Z</dcterms:modified>
</cp:coreProperties>
</file>