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0C0A-5464-4FE4-84EB-FF9C94016DF4}" type="datetimeFigureOut">
              <a:rPr lang="en-US" dirty="0"/>
              <a:t>10/8/2020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10/8/2020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6404-AD6E-4860-8E75-697CA40B95DA}" type="datetimeFigureOut">
              <a:rPr lang="en-US" dirty="0"/>
              <a:t>10/8/2020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10/8/2020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10/8/2020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10/8/2020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10/8/2020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10/8/2020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10/8/2020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10/8/2020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10/8/2020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10/8/2020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data.dc.gov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5EDBD-C074-454D-BA70-29B39EE803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27262A-2342-49E4-A76E-217BB5619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Brandon Pennington</a:t>
            </a:r>
          </a:p>
          <a:p>
            <a:r>
              <a:rPr lang="en-US" dirty="0"/>
              <a:t>GEOG498G - Fall 2020</a:t>
            </a:r>
          </a:p>
        </p:txBody>
      </p:sp>
    </p:spTree>
    <p:extLst>
      <p:ext uri="{BB962C8B-B14F-4D97-AF65-F5344CB8AC3E}">
        <p14:creationId xmlns:p14="http://schemas.microsoft.com/office/powerpoint/2010/main" val="190763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36F1-0FF5-4677-9FCF-1AE9F1AD2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Crime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2597D-B6A2-4D78-9471-084BB79E6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2989033"/>
          </a:xfrm>
        </p:spPr>
        <p:txBody>
          <a:bodyPr/>
          <a:lstStyle/>
          <a:p>
            <a:r>
              <a:rPr lang="en-US" dirty="0"/>
              <a:t>Perform an exploratory and statistical geospatial analysis of the DC area on the distribution of crime from the years 2017-2019</a:t>
            </a:r>
          </a:p>
          <a:p>
            <a:r>
              <a:rPr lang="en-US" dirty="0"/>
              <a:t>Discover what variables have the most impact on crime in the DC area. Concentration of crime, 311 calls, and arrests around various points of interest in the city: ATMS, banks, metro stations.</a:t>
            </a:r>
          </a:p>
          <a:p>
            <a:r>
              <a:rPr lang="en-US" dirty="0"/>
              <a:t>How much area of effect does a police station have on the immediate crime rate of the area?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3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F4912-7D59-4828-BFA3-5CA809347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CFA46-0856-4861-9E22-16F74620C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will be performed with a combination of autocorrelation and weighted spatial analysis; possibly other statistical methods</a:t>
            </a:r>
          </a:p>
          <a:p>
            <a:r>
              <a:rPr lang="en-US" dirty="0"/>
              <a:t>Local Moran’s I to identify hotspots where crime is especially higher compared to surrounding areas.</a:t>
            </a:r>
          </a:p>
          <a:p>
            <a:r>
              <a:rPr lang="en-US" dirty="0"/>
              <a:t>Python libraries: </a:t>
            </a:r>
            <a:r>
              <a:rPr lang="en-US" dirty="0" err="1"/>
              <a:t>geopandas</a:t>
            </a:r>
            <a:r>
              <a:rPr lang="en-US" dirty="0"/>
              <a:t>, shapely, </a:t>
            </a:r>
            <a:r>
              <a:rPr lang="en-US" dirty="0" err="1"/>
              <a:t>libpysal</a:t>
            </a:r>
            <a:r>
              <a:rPr lang="en-US" dirty="0"/>
              <a:t>, </a:t>
            </a:r>
            <a:r>
              <a:rPr lang="en-US" dirty="0" err="1"/>
              <a:t>sklearn</a:t>
            </a:r>
            <a:r>
              <a:rPr lang="en-US" dirty="0"/>
              <a:t>, </a:t>
            </a:r>
            <a:r>
              <a:rPr lang="en-US" dirty="0" err="1"/>
              <a:t>statsmodels</a:t>
            </a:r>
            <a:endParaRPr lang="en-US" dirty="0"/>
          </a:p>
          <a:p>
            <a:r>
              <a:rPr lang="en-US" dirty="0"/>
              <a:t>Results will be plotted with a variety of Python-enabled methods: Folium, matplotlib, etc.</a:t>
            </a:r>
          </a:p>
        </p:txBody>
      </p:sp>
    </p:spTree>
    <p:extLst>
      <p:ext uri="{BB962C8B-B14F-4D97-AF65-F5344CB8AC3E}">
        <p14:creationId xmlns:p14="http://schemas.microsoft.com/office/powerpoint/2010/main" val="1987403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478B9-8B6A-42D9-BE05-F16902301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1AD18-F9B3-4770-9591-1105113FC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692418"/>
          </a:xfrm>
        </p:spPr>
        <p:txBody>
          <a:bodyPr>
            <a:normAutofit/>
          </a:bodyPr>
          <a:lstStyle/>
          <a:p>
            <a:r>
              <a:rPr lang="en-US" dirty="0"/>
              <a:t>Most data will come from </a:t>
            </a:r>
            <a:r>
              <a:rPr lang="en-US" dirty="0">
                <a:hlinkClick r:id="rId2"/>
              </a:rPr>
              <a:t>https://opendata.dc.gov</a:t>
            </a:r>
            <a:endParaRPr lang="en-US" dirty="0"/>
          </a:p>
          <a:p>
            <a:r>
              <a:rPr lang="en-US" dirty="0"/>
              <a:t>Looking into using </a:t>
            </a:r>
            <a:r>
              <a:rPr lang="en-US" dirty="0" err="1"/>
              <a:t>cenpy</a:t>
            </a:r>
            <a:r>
              <a:rPr lang="en-US" dirty="0"/>
              <a:t> for demographic analysis (median home value for a ward,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Most crime and 311 call data sets are robust (100,000 records or more)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D292E-9611-4578-AA5D-F0CC0B57B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69241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DATA SETS UNDER CONSIDERATION</a:t>
            </a:r>
          </a:p>
          <a:p>
            <a:r>
              <a:rPr lang="en-US" dirty="0"/>
              <a:t>311 calls for 2017-2019</a:t>
            </a:r>
          </a:p>
          <a:p>
            <a:r>
              <a:rPr lang="en-US" dirty="0"/>
              <a:t>Crime Incidents for 2017-2020 (over 100k records)</a:t>
            </a:r>
          </a:p>
          <a:p>
            <a:r>
              <a:rPr lang="en-US" dirty="0"/>
              <a:t>ATM locations in DC</a:t>
            </a:r>
          </a:p>
          <a:p>
            <a:r>
              <a:rPr lang="en-US" dirty="0"/>
              <a:t>Metro Locations</a:t>
            </a:r>
          </a:p>
          <a:p>
            <a:r>
              <a:rPr lang="en-US" dirty="0"/>
              <a:t>Police stations in DC</a:t>
            </a:r>
          </a:p>
          <a:p>
            <a:r>
              <a:rPr lang="en-US" dirty="0"/>
              <a:t>Police sectors</a:t>
            </a:r>
          </a:p>
          <a:p>
            <a:r>
              <a:rPr lang="en-US" dirty="0"/>
              <a:t>Adult arrests in DC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83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DD9CE-E5FC-42CB-921C-306B0D283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D723A-B28A-48F4-A4A6-71BC0B455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Seeing as how the datasets are quite large, ensuring that I’m using tidy data will be the first major hurdle I tackle.</a:t>
            </a:r>
          </a:p>
          <a:p>
            <a:r>
              <a:rPr lang="en-US" dirty="0"/>
              <a:t>Segmenting the data into subsets that are easier to deal with computationally so I can ensure code is correct.</a:t>
            </a:r>
          </a:p>
          <a:p>
            <a:r>
              <a:rPr lang="en-US" dirty="0"/>
              <a:t>Might need to set up a parallel processing pipeline if I’m unable to taper down the datasets to make it manageable.</a:t>
            </a:r>
          </a:p>
          <a:p>
            <a:r>
              <a:rPr lang="en-US" dirty="0"/>
              <a:t>Still new to the geo spatial analysis discipline, so I’ll likely have numerous questions along the way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521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3435F-732E-4519-9C96-5C9A569E0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64061516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156</TotalTime>
  <Words>319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Parcel</vt:lpstr>
      <vt:lpstr>Project Proposal</vt:lpstr>
      <vt:lpstr>DC Crime analysis</vt:lpstr>
      <vt:lpstr>Methods</vt:lpstr>
      <vt:lpstr>DATAsets</vt:lpstr>
      <vt:lpstr>Potential challenges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</dc:title>
  <dc:creator>Brandon Pennington</dc:creator>
  <cp:lastModifiedBy>Brandon Pennington</cp:lastModifiedBy>
  <cp:revision>30</cp:revision>
  <dcterms:created xsi:type="dcterms:W3CDTF">2020-10-08T14:48:16Z</dcterms:created>
  <dcterms:modified xsi:type="dcterms:W3CDTF">2020-10-08T17:24:19Z</dcterms:modified>
</cp:coreProperties>
</file>